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342" r:id="rId3"/>
    <p:sldId id="300" r:id="rId4"/>
    <p:sldId id="336" r:id="rId5"/>
    <p:sldId id="339" r:id="rId6"/>
    <p:sldId id="449" r:id="rId7"/>
    <p:sldId id="344" r:id="rId8"/>
    <p:sldId id="351" r:id="rId9"/>
    <p:sldId id="35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51DBA-1CA7-4095-B312-96991C83D709}" v="165" dt="2026-01-31T07:42:31.2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3231" autoAdjust="0"/>
  </p:normalViewPr>
  <p:slideViewPr>
    <p:cSldViewPr snapToGrid="0">
      <p:cViewPr varScale="1">
        <p:scale>
          <a:sx n="75" d="100"/>
          <a:sy n="75" d="100"/>
        </p:scale>
        <p:origin x="8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34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02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060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33000">
              <a:schemeClr val="bg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B8D-BF65-4ADD-F76F-77EA72FFC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280" y="1709441"/>
            <a:ext cx="11906842" cy="1718005"/>
          </a:xfrm>
        </p:spPr>
        <p:txBody>
          <a:bodyPr vert="horz" lIns="91440" tIns="45720" rIns="91440" bIns="0" rtlCol="0" anchor="b">
            <a:noAutofit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/>
                <a:cs typeface="Times New Roman"/>
              </a:rPr>
              <a:t>Design and Verification of 1×3 Router Using UVM</a:t>
            </a:r>
            <a:endParaRPr lang="en-IN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C27A8-FDC4-C4B0-F910-22B0E97D31CC}"/>
              </a:ext>
            </a:extLst>
          </p:cNvPr>
          <p:cNvSpPr txBox="1"/>
          <p:nvPr/>
        </p:nvSpPr>
        <p:spPr>
          <a:xfrm>
            <a:off x="6712556" y="3784984"/>
            <a:ext cx="695380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</a:pPr>
            <a:r>
              <a:rPr lang="en-US" sz="2400" dirty="0"/>
              <a:t>Presented By-</a:t>
            </a:r>
            <a:br>
              <a:rPr lang="en-US" sz="2400" dirty="0"/>
            </a:br>
            <a:r>
              <a:rPr lang="en-US" sz="2400" cap="all" dirty="0">
                <a:latin typeface="Times New Roman"/>
                <a:cs typeface="Times New Roman"/>
              </a:rPr>
              <a:t>2310040114-Y.AshrithaVathsala</a:t>
            </a:r>
            <a:br>
              <a:rPr lang="en-US" sz="2400" cap="all" dirty="0">
                <a:latin typeface="Times New Roman"/>
                <a:cs typeface="Times New Roman"/>
              </a:rPr>
            </a:br>
            <a:r>
              <a:rPr lang="en-US" sz="2400" cap="all" dirty="0">
                <a:latin typeface="Times New Roman"/>
                <a:cs typeface="Times New Roman"/>
              </a:rPr>
              <a:t>2310040115-Y.Amuktha </a:t>
            </a:r>
            <a:r>
              <a:rPr lang="en-US" sz="2400" cap="all" err="1">
                <a:latin typeface="Times New Roman"/>
                <a:cs typeface="Times New Roman"/>
              </a:rPr>
              <a:t>Malyada</a:t>
            </a:r>
            <a:br>
              <a:rPr lang="en-US" sz="2400" cap="all" dirty="0">
                <a:latin typeface="Times New Roman"/>
                <a:cs typeface="Times New Roman"/>
              </a:rPr>
            </a:br>
            <a:r>
              <a:rPr lang="en-US" sz="2400" cap="all" dirty="0">
                <a:latin typeface="Times New Roman"/>
                <a:cs typeface="Times New Roman"/>
              </a:rPr>
              <a:t>2310049152-k.Bhavya </a:t>
            </a:r>
            <a:r>
              <a:rPr lang="en-US" sz="2400" cap="all" err="1">
                <a:latin typeface="Times New Roman"/>
                <a:cs typeface="Times New Roman"/>
              </a:rPr>
              <a:t>sree</a:t>
            </a:r>
            <a:endParaRPr lang="en-IN" sz="2400">
              <a:latin typeface="Times New Roman"/>
              <a:cs typeface="Times New Roman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776024" y="8196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4673"/>
            <a:ext cx="1291629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D60350-621F-1AEE-74D8-64AB961CA07A}"/>
              </a:ext>
            </a:extLst>
          </p:cNvPr>
          <p:cNvSpPr txBox="1"/>
          <p:nvPr/>
        </p:nvSpPr>
        <p:spPr>
          <a:xfrm>
            <a:off x="1411014" y="2067560"/>
            <a:ext cx="9672146" cy="323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communication systems require efficient and low-power routing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router designs consume higher power and lack systematic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reliable 1×3 router with optimized power and robust verification.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1×3 router using Verilog HDL.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clock gating for power reduction.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the design using Universal Verification Methodology (UVM).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performance in terms of functionality and power consumption.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0126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3203509" y="344847"/>
            <a:ext cx="5915609" cy="43700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/ Background Study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868DF0-2E86-491B-BFBB-D9E88553651D}"/>
              </a:ext>
            </a:extLst>
          </p:cNvPr>
          <p:cNvSpPr txBox="1"/>
          <p:nvPr/>
        </p:nvSpPr>
        <p:spPr>
          <a:xfrm>
            <a:off x="967371" y="1111374"/>
            <a:ext cx="113926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Previous Works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researchers have designed and verified routers using RTL and UVM.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works focused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architectures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environments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UVM improves verification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gating reduces dynamic power.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FIFO-based routers enhance data handling.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verification of 1×5 and 1×3 routers.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FPGA-based low-power routers.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UVM-based verification architectures.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776024" y="663132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Gap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4673"/>
            <a:ext cx="1291629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D60350-621F-1AEE-74D8-64AB961CA07A}"/>
              </a:ext>
            </a:extLst>
          </p:cNvPr>
          <p:cNvSpPr txBox="1"/>
          <p:nvPr/>
        </p:nvSpPr>
        <p:spPr>
          <a:xfrm>
            <a:off x="766880" y="2114213"/>
            <a:ext cx="10807263" cy="376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power optimization in FSM modules.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approach combining clock gating and UVM.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designs demonstrate measurable power savings.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improved energy-efficient router architecture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Addressed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clock gating in FSM.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UVM-based verification.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with standard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4023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456E-D96A-E22D-7244-B4B04EB9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799" y="1945654"/>
            <a:ext cx="9213310" cy="41144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                                                                                                                               </a:t>
            </a:r>
            <a:endParaRPr lang="en-US" sz="2400" dirty="0"/>
          </a:p>
          <a:p>
            <a:pPr marL="0" indent="0">
              <a:buNone/>
            </a:pPr>
            <a:r>
              <a:rPr lang="en-US" sz="2200" b="1" dirty="0"/>
              <a:t>                                                                  </a:t>
            </a: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AC8C97C-D32E-C6D5-4116-0AA34B3DAE3F}"/>
              </a:ext>
            </a:extLst>
          </p:cNvPr>
          <p:cNvSpPr/>
          <p:nvPr/>
        </p:nvSpPr>
        <p:spPr>
          <a:xfrm>
            <a:off x="3206573" y="11684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Proposed Work Plan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BDE7F-B377-BC16-B43F-CCB577D04CBB}"/>
              </a:ext>
            </a:extLst>
          </p:cNvPr>
          <p:cNvSpPr txBox="1"/>
          <p:nvPr/>
        </p:nvSpPr>
        <p:spPr>
          <a:xfrm>
            <a:off x="1512144" y="2110902"/>
            <a:ext cx="87646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router consists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 (Finite State Machine)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FIFO Buffers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Methodology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 Design using Verilog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Integration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Gating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UVM Testbench Development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Verification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Analysis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F060D-4CE8-D05D-AD0A-3B5D7C845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21" y="2264384"/>
            <a:ext cx="6496957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9E7B-201D-2A44-ED5B-CBB5C44EC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047" y="2015732"/>
            <a:ext cx="9877807" cy="414187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Reduction Technique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gating applied to FSM module.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Disables clock during idle states.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switching.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UVM Verification Flow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(Driver, Monitor, Sequencer)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Scoreboard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EE6CB-1A2F-D41A-D45B-B651B85F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AC8C97C-D32E-C6D5-4116-0AA34B3DAE3F}"/>
              </a:ext>
            </a:extLst>
          </p:cNvPr>
          <p:cNvSpPr/>
          <p:nvPr/>
        </p:nvSpPr>
        <p:spPr>
          <a:xfrm>
            <a:off x="3222455" y="379931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4B34AA-082A-49A3-0F07-09C3F77F1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348020"/>
              </p:ext>
            </p:extLst>
          </p:nvPr>
        </p:nvGraphicFramePr>
        <p:xfrm>
          <a:off x="1827719" y="2140085"/>
          <a:ext cx="8376596" cy="322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02133008"/>
                    </a:ext>
                  </a:extLst>
                </a:gridCol>
                <a:gridCol w="4312596">
                  <a:extLst>
                    <a:ext uri="{9D8B030D-6E8A-4147-A177-3AD203B41FA5}">
                      <a16:colId xmlns:a16="http://schemas.microsoft.com/office/drawing/2014/main" val="720783111"/>
                    </a:ext>
                  </a:extLst>
                </a:gridCol>
              </a:tblGrid>
              <a:tr h="46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58633"/>
                  </a:ext>
                </a:extLst>
              </a:tr>
              <a:tr h="46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5392862"/>
                  </a:ext>
                </a:extLst>
              </a:tr>
              <a:tr h="46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RTL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208463"/>
                  </a:ext>
                </a:extLst>
              </a:tr>
              <a:tr h="46136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Gating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785393"/>
                  </a:ext>
                </a:extLst>
              </a:tr>
              <a:tr h="46136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UVM Testbench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107413"/>
                  </a:ext>
                </a:extLst>
              </a:tr>
              <a:tr h="46136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108433"/>
                  </a:ext>
                </a:extLst>
              </a:tr>
              <a:tr h="46136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&amp;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84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16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8363B6-E1B1-FD19-3B8C-E53ADB05E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0848" y="2017342"/>
            <a:ext cx="4645152" cy="3980019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Outcomes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1×3 router design.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using UVM methodology.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power consumption.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Error-free packet routing.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Outcomes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energy efficiency (~9.4% reduction).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data transmission.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verification environment.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i="1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B8D30-C669-CEAD-10C4-7AA34DAAA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2"/>
            <a:ext cx="4645152" cy="3839547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9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exposure to RTL and UVM.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power optimization.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in VLSI verification flow.</a:t>
            </a:r>
          </a:p>
          <a:p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AC8C97C-D32E-C6D5-4116-0AA34B3DAE3F}"/>
              </a:ext>
            </a:extLst>
          </p:cNvPr>
          <p:cNvSpPr/>
          <p:nvPr/>
        </p:nvSpPr>
        <p:spPr>
          <a:xfrm>
            <a:off x="2881987" y="867103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04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456E-D96A-E22D-7244-B4B04EB9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9221675" cy="3918140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S. Tanenbaum and D. J. Wetherall,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ed. Pearson, 2011.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W. J. Dally and B. Towles,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and Practices of Interconnection Networks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Morgan Kaufmann, 2004.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R. Buyya et al., “Internet of Things (IoT): A vision, architectural elements, and future directions,”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Generation Computer Systems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29, no. 7, pp. 1645–1660, 2013.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F. Kurose and K. W. Ross,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7th ed. Pearson, 2017.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C. E. Leiserson et al., “The network architecture of the Connection Machine CM-5,”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Parallel Distrib. Comput.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33, no. 2, pp. 145–158, 1996.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L. Benini and G. De Micheli, “Networks on chips: A new SoC paradigm,”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Computer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35, no. 1, pp. 70–78, Jan. 2002.</a:t>
            </a:r>
          </a:p>
          <a:p>
            <a:pPr marL="0" indent="0" algn="just">
              <a:buNone/>
            </a:pPr>
            <a:endParaRPr lang="en-IN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AC8C97C-D32E-C6D5-4116-0AA34B3DAE3F}"/>
              </a:ext>
            </a:extLst>
          </p:cNvPr>
          <p:cNvSpPr/>
          <p:nvPr/>
        </p:nvSpPr>
        <p:spPr>
          <a:xfrm>
            <a:off x="3164089" y="986393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8430</TotalTime>
  <Words>613</Words>
  <Application>Microsoft Office PowerPoint</Application>
  <PresentationFormat>Widescreen</PresentationFormat>
  <Paragraphs>114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Gallery</vt:lpstr>
      <vt:lpstr> Design and Verification of 1×3 Router Using UVM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CO-4: Feedback &amp; Oscillator Circuits</dc:title>
  <dc:creator>shruti suman</dc:creator>
  <cp:lastModifiedBy>asritha vasthala</cp:lastModifiedBy>
  <cp:revision>277</cp:revision>
  <dcterms:created xsi:type="dcterms:W3CDTF">2023-05-04T05:19:29Z</dcterms:created>
  <dcterms:modified xsi:type="dcterms:W3CDTF">2026-01-31T07:56:08Z</dcterms:modified>
</cp:coreProperties>
</file>